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Membuat Chat Room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· Firebase · Vercel · Gratis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32918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32918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waktu: ~45 menit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Langkah Membuat Chat Room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nol hingga live dan bisa diakses siapa saja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81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581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Firebase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project, aktifkan Realtime DB &amp; Auth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581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31920" y="1581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892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File Lokal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· style.css · app.js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5819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581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1892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Firebase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194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Sambungkan kode ke database real-time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9992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2999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3101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Lokal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di browser via Live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29992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931920" y="2999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3101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ke Vercel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611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 → Vercel → URL publik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Setup Firebase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console.firebase.google.com → Add project → Nama: chat-room-ku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Database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Realtime Database → Create → Region: Singapore → Test mode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Authentication → Sign-in method → Anonymous → Enable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5876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Config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 → &lt;/&gt; (Web) → Register app → Copy firebaseConfig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132588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firebaseConfig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17830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firebaseConfig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apiKey: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"AIza..."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authDomain: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"..."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databaseURL: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"..."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projectId: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"..."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&amp;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Buat File &amp; Koneksi Firebase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chat-room/
</a:t>
            </a:r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index.html
</a:t>
            </a:r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🎨 style.css
</a:t>
            </a:r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⚙️  app.js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218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UI: modal login, sidebar, area chat,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721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3721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dark theme, gelembung chat, animasi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224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4224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Firebase: kirim, terima, auth anonymous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325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— Koneksi Firebase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691640"/>
            <a:ext cx="429768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78308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initializeApp }
</a:t>
            </a:r>
            <a:pPr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"firebase/app";
</a:t>
            </a:r>
            <a:pPr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getDatabase, ref,
  push, onValue }
</a:t>
            </a:r>
            <a:pPr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"firebase/database";
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Kirim pesan
</a:t>
            </a:r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(ref(db,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{
  user, text, time
});
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Terima pesan live
</a:t>
            </a:r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onValue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(ref(db,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(snap) =&gt; render(snap));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Lokal dengan Live Server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2D1B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Jangan buka index.html langsung (file://) — Firebase tidak akan bisa konek!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Live Server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→ Extensions (Ctrl+Shift+X) → Cari 'Live Server' by Ritwick Dey → Install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dengan Live Server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kanan index.html → Open with Live Server   ATAU klik 'Go Live' di pojok kanan bawah VS 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URL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URL browser adalah http://127.0.0.1:5500 — bukan file:///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2452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Chat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nama → kirim pesan → buka tab kedua → coba chat dari dua tab!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 ke Vercel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Push ke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297680" cy="22860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"first commit"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https://github.com/USER/chat-room.git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Deploy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1737360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ke vercel.com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947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akun GitHub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331720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Project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repo chat-room dari GitHub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2926080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880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3136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Deploy — tidak perlu ubah setting apapun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3520440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3474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URL Publik!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730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chat-room-xxx.vercel.app — bagikan ke siapa saja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702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566160" y="4251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42702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675120" y="4251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270248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Publik 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Hasil Akhir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 yang bisa dipakai oleh siapa saja secara real-time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langsung muncul tanpa refresh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19842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2677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orang bisa chat bersamaan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19842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Global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2677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publik, bisa dibagikan ke siapa saja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🆓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30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free tier + Vercel free tier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288036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8328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730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diakses dari HP atau laptop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17920" y="3447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Anonim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730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daftar akun untuk masuk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45720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🎉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 Kamu Sudah Live!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Bagikan URL Vercel-mu dan ajak teman untuk mencoba!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38728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notifikasi suara 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5204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538728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emoji picker 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35204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538728"/>
            <a:ext cx="2377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password room 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yang bisa ditambahkan: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Membuat Chat Room</dc:title>
  <dc:subject>PptxGenJS Presentation</dc:subject>
  <dc:creator>PptxGenJS</dc:creator>
  <cp:lastModifiedBy>PptxGenJS</cp:lastModifiedBy>
  <cp:revision>1</cp:revision>
  <dcterms:created xsi:type="dcterms:W3CDTF">2026-07-05T23:23:24Z</dcterms:created>
  <dcterms:modified xsi:type="dcterms:W3CDTF">2026-07-05T23:23:24Z</dcterms:modified>
</cp:coreProperties>
</file>